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as State Convergence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Credentials are copyable</a:t>
            </a:r>
          </a:p>
          <a:p>
            <a:r>
              <a:t>MFA is context-free</a:t>
            </a:r>
          </a:p>
          <a:p>
            <a:r>
              <a:t>Replay attacks persist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High-value operations require context-aware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credentials → existence</a:t>
            </a:r>
          </a:p>
          <a:p>
            <a:r>
              <a:t>From matching → admissibility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Location + Time + Motion + Device</a:t>
            </a:r>
          </a:p>
          <a:p>
            <a:r>
              <a:t>→ State convergence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= Non-reproducibility</a:t>
            </a:r>
          </a:p>
          <a:p>
            <a:r>
              <a:t>State cannot be replicated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Trajectory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= trajectory</a:t>
            </a:r>
          </a:p>
          <a:p>
            <a:r>
              <a:t>Consistency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= score (0–1)</a:t>
            </a:r>
          </a:p>
          <a:p>
            <a:r>
              <a:t>Continuous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High-value transaction</a:t>
            </a:r>
          </a:p>
          <a:p>
            <a:r>
              <a:t>PC + Mobile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→ Features → Score → Decision</a:t>
            </a:r>
          </a:p>
          <a:p>
            <a:r>
              <a:t>2–4 weeks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Replay-resistant</a:t>
            </a:r>
          </a:p>
          <a:p>
            <a:r>
              <a:t>Zero-trust aligned</a:t>
            </a:r>
          </a:p>
          <a:p>
            <a:r>
              <a:t>Context-aware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PoC / Consulting / Licensing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