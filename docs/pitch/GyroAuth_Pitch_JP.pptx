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状態収束としての認証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情報はコピー可能</a:t>
            </a:r>
          </a:p>
          <a:p>
            <a:r>
              <a:t>MFAは文脈を持たない</a:t>
            </a:r>
          </a:p>
          <a:p>
            <a:r>
              <a:t>リプレイ攻撃が残る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高リスク操作には文脈認証が必要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転換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一致 → 存在</a:t>
            </a:r>
          </a:p>
          <a:p>
            <a:r>
              <a:t>マッチング → 許容性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位置＋時間＋動き＋デバイス</a:t>
            </a:r>
          </a:p>
          <a:p>
            <a:r>
              <a:t>→ 状態収束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セキュリティ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再現不能性</a:t>
            </a:r>
          </a:p>
          <a:p>
            <a:r>
              <a:t>状態は複製できない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軌跡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本人＝軌跡</a:t>
            </a:r>
          </a:p>
          <a:p>
            <a:r>
              <a:t>時間整合性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スコア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認証＝スコア</a:t>
            </a:r>
          </a:p>
          <a:p>
            <a:r>
              <a:t>連続評価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ユースケース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高額送金</a:t>
            </a:r>
          </a:p>
          <a:p>
            <a:r>
              <a:t>PC＋スマホ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データ→スコア→判定</a:t>
            </a:r>
          </a:p>
          <a:p>
            <a:r>
              <a:t>2〜4週間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価値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リプレイ耐性</a:t>
            </a:r>
          </a:p>
          <a:p>
            <a:r>
              <a:t>ゼロトラスト適合</a:t>
            </a:r>
          </a:p>
          <a:p>
            <a:r>
              <a:t>文脈認証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PoC／コンサル／ライセンス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