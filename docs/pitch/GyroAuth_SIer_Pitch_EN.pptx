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GyroAuth for SIer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as State Convergence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Clients demand stronger security</a:t>
            </a:r>
          </a:p>
          <a:p>
            <a:r>
              <a:t>MFA is not enough</a:t>
            </a:r>
          </a:p>
          <a:p>
            <a:r>
              <a:t>Replay &amp; credential leakage remain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SIers need new authentication design</a:t>
            </a:r>
          </a:p>
          <a:p>
            <a:r>
              <a:t>Zero-trust &amp; context-aware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GyroAuth evaluates state:</a:t>
            </a:r>
          </a:p>
          <a:p>
            <a:r>
              <a:t>Location, Time, Motion, Device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Works with existing systems</a:t>
            </a:r>
          </a:p>
          <a:p>
            <a:r>
              <a:t>Add scoring layer, not replacement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 operations</a:t>
            </a:r>
          </a:p>
          <a:p>
            <a:r>
              <a:t>High-value transactions</a:t>
            </a:r>
          </a:p>
          <a:p>
            <a:r>
              <a:t>Critical infra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2–4 weeks</a:t>
            </a:r>
          </a:p>
          <a:p>
            <a:r>
              <a:t>Data collection → scoring → evaluation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for SIer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Differentiation</a:t>
            </a:r>
          </a:p>
          <a:p>
            <a:r>
              <a:t>Higher-value proposals</a:t>
            </a:r>
          </a:p>
          <a:p>
            <a:r>
              <a:t>New consulting revenue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PoC design / Architecture consulting / Licensing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