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SIer向け GyroAuth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状態収束としての認証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顧客はより強いセキュリティを要求</a:t>
            </a:r>
          </a:p>
          <a:p>
            <a:r>
              <a:t>MFAでは不十分</a:t>
            </a:r>
          </a:p>
          <a:p>
            <a:r>
              <a:t>リプレイ・漏洩が残る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機会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SIerに新しい認証設計が必要</a:t>
            </a:r>
          </a:p>
          <a:p>
            <a:r>
              <a:t>ゼロトラスト・文脈認証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解決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GyroAuthは状態を評価</a:t>
            </a:r>
          </a:p>
          <a:p>
            <a:r>
              <a:t>位置・時間・動き・デバイス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適用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既存システムに追加可能</a:t>
            </a:r>
          </a:p>
          <a:p>
            <a:r>
              <a:t>置き換えではなく拡張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ユースケース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管理操作</a:t>
            </a:r>
          </a:p>
          <a:p>
            <a:r>
              <a:t>高額取引</a:t>
            </a:r>
          </a:p>
          <a:p>
            <a:r>
              <a:t>重要インフラ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2〜4週間</a:t>
            </a:r>
          </a:p>
          <a:p>
            <a:r>
              <a:t>データ取得→スコア→評価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価値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提案差別化</a:t>
            </a:r>
          </a:p>
          <a:p>
            <a:r>
              <a:t>高単価化</a:t>
            </a:r>
          </a:p>
          <a:p>
            <a:r>
              <a:t>コンサル収益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提供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PoC設計／アーキ設計／ライセンス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